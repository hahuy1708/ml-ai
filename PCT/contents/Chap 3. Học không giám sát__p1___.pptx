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0CE25-B0DC-1523-AAA2-72FB3A6F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7704F-F6E7-AD4B-AD6C-8600C974D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E1E3-233E-4355-8D83-C492B3891E67}" type="datetimeFigureOut">
              <a:rPr lang="en-US" smtClean="0"/>
              <a:t>04/09/2026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69AD9-E85D-159C-F9A0-4DE24CF22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9346A-7AD6-D37C-C358-D3DD1265C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F1975-EC8F-4804-9C51-071CD47F3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24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082193-8727-6E9C-8BCD-4CCF81FF6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D1E81-F735-727E-C8BC-D2D833C03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97541-D879-40AF-7433-5C91D21C20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FE1E3-233E-4355-8D83-C492B3891E67}" type="datetimeFigureOut">
              <a:rPr lang="en-US" smtClean="0"/>
              <a:t>04/09/2026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920F4-0F25-6009-2B2A-0C9B7AF19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E639B-4347-6929-19B8-BBE8773F9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7F1975-EC8F-4804-9C51-071CD47F3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19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0D97867-29D5-BF6B-5395-E95046CF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Học máy và ứng dụng</a:t>
            </a:r>
            <a:br>
              <a:rPr lang="en-US" sz="4400"/>
            </a:br>
            <a:r>
              <a:rPr lang="en-US" sz="2400" i="1">
                <a:solidFill>
                  <a:srgbClr val="FFFF00"/>
                </a:solidFill>
              </a:rPr>
              <a:t>Chương 3: Học KHÔNG GIÁM SÁT</a:t>
            </a:r>
            <a:br>
              <a:rPr lang="en-US" sz="2400" i="1">
                <a:solidFill>
                  <a:srgbClr val="FFFF00"/>
                </a:solidFill>
              </a:rPr>
            </a:br>
            <a:endParaRPr lang="en-US" sz="2400" i="1" dirty="0">
              <a:solidFill>
                <a:srgbClr val="FFC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326D1C-7C15-69A6-7018-BA3A7767C0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21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BD12526-4145-FFFA-C25F-09C8521E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Tài liệu tham khảo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A197DB-8358-181F-2B87-F561553A81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05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9B0FD69-DEF7-952F-DE7D-490857D0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B4F66A-C761-51B1-F0E2-70AEE2A861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381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2FD9F01-278A-48F3-8763-592D56E4C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Phân cụm giữ liệu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9A117-F0A2-F613-CBD8-89DD0DB12E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19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09E63C2-8833-749B-E0D7-777B5F9B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Phân cụm giữ liệu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328C5A-1569-3E1E-F8C6-90D1653FD8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50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7840EC-52BA-ECD9-46B1-7426D72DC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cụm dữ liệu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A46DB5-FC88-EF66-F8B1-A0CA0D36CD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17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9CB7B5A-9A07-A46C-3388-54F4F6A7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cụm dữ liệu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616DEC-57D8-0A87-D00A-405523CB49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533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227B25E-E714-32CA-EA9F-5D937C365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90C"/>
                </a:solidFill>
              </a:rPr>
              <a:t>K-means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EE023-315F-3922-E37A-4886156488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15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4C9CBB3-D2FA-4204-18CA-C40396FB4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K-means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5E67A7-14A8-B492-7F13-CCE33D2898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45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7F9F5D0-4921-28D0-E96C-509253816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K-means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827D6-C219-7C1C-AAF9-F6E1E963081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03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069069C-28A5-D541-E5E4-3BFBA6F4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fuzzy c-means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9578A7-29EC-C363-2BBF-B66FA53672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05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399EBB0-5AD4-956F-65D4-8BC16FB9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fuzzy c-means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8FA61A-1F47-1547-603C-E6A2283BA8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96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69EEE7A-3408-91D7-D7EE-26A7D94ED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fuzzy c-means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49B15D-376A-89DD-1F20-3F4E4A7747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96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349EBBE-CF2B-8946-7EA4-C3AD510F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fuzzy c-means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983CBB-4A7C-1B0A-F3A9-CC51D9AAE2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16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9788291-1270-C382-2866-DB8E7E4A7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fuzzy c-means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212D0B-66AA-80B2-9947-511F51B10E8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595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8388488-8010-EAFC-7EB4-9056B51C8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fuzzy c-means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4BDBEB-2440-EEA9-D1EC-02681DD719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25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F620DB267B0E4DBBDC43D9886A5137" ma:contentTypeVersion="9" ma:contentTypeDescription="Create a new document." ma:contentTypeScope="" ma:versionID="1f6d6736ec4eb5a2ed654c4a2df72b83">
  <xsd:schema xmlns:xsd="http://www.w3.org/2001/XMLSchema" xmlns:xs="http://www.w3.org/2001/XMLSchema" xmlns:p="http://schemas.microsoft.com/office/2006/metadata/properties" xmlns:ns2="4532b864-daaf-4add-a485-4c96af387f94" xmlns:ns3="8afa5c7d-c215-4e27-9e5f-7d3e0ab764f2" targetNamespace="http://schemas.microsoft.com/office/2006/metadata/properties" ma:root="true" ma:fieldsID="781bb6c2158169cdccd25c78423e8710" ns2:_="" ns3:_="">
    <xsd:import namespace="4532b864-daaf-4add-a485-4c96af387f94"/>
    <xsd:import namespace="8afa5c7d-c215-4e27-9e5f-7d3e0ab764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32b864-daaf-4add-a485-4c96af387f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ee44079-f624-4777-a56c-7b7b0d20bf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fa5c7d-c215-4e27-9e5f-7d3e0ab764f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0abe79e-27d7-4e99-b259-ba5c785a819d}" ma:internalName="TaxCatchAll" ma:showField="CatchAllData" ma:web="8afa5c7d-c215-4e27-9e5f-7d3e0ab764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32b864-daaf-4add-a485-4c96af387f94">
      <Terms xmlns="http://schemas.microsoft.com/office/infopath/2007/PartnerControls"/>
    </lcf76f155ced4ddcb4097134ff3c332f>
    <TaxCatchAll xmlns="8afa5c7d-c215-4e27-9e5f-7d3e0ab764f2" xsi:nil="true"/>
  </documentManagement>
</p:properties>
</file>

<file path=customXml/itemProps1.xml><?xml version="1.0" encoding="utf-8"?>
<ds:datastoreItem xmlns:ds="http://schemas.openxmlformats.org/officeDocument/2006/customXml" ds:itemID="{5876033D-9A2E-40DF-A9C3-EFFB6CD46738}"/>
</file>

<file path=customXml/itemProps2.xml><?xml version="1.0" encoding="utf-8"?>
<ds:datastoreItem xmlns:ds="http://schemas.openxmlformats.org/officeDocument/2006/customXml" ds:itemID="{A18EF647-C673-478F-9955-7B001F67DEB0}"/>
</file>

<file path=customXml/itemProps3.xml><?xml version="1.0" encoding="utf-8"?>
<ds:datastoreItem xmlns:ds="http://schemas.openxmlformats.org/officeDocument/2006/customXml" ds:itemID="{63885A68-D823-4CAA-ABB0-A7D733F2A18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Widescreen</PresentationFormat>
  <Paragraphs>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Học máy và ứng dụng Chương 3: Học KHÔNG GIÁM SÁT </vt:lpstr>
      <vt:lpstr>Tài liệu tham khảo</vt:lpstr>
      <vt:lpstr>Nội dung</vt:lpstr>
      <vt:lpstr>Phân cụm giữ liệu</vt:lpstr>
      <vt:lpstr>Phân cụm giữ liệu</vt:lpstr>
      <vt:lpstr>Phân cụm dữ liệu</vt:lpstr>
      <vt:lpstr>Phân cụm dữ liệu</vt:lpstr>
      <vt:lpstr>K-means</vt:lpstr>
      <vt:lpstr>K-means</vt:lpstr>
      <vt:lpstr>K-means</vt:lpstr>
      <vt:lpstr>fuzzy c-means</vt:lpstr>
      <vt:lpstr>fuzzy c-means</vt:lpstr>
      <vt:lpstr>fuzzy c-means</vt:lpstr>
      <vt:lpstr>fuzzy c-means</vt:lpstr>
      <vt:lpstr>fuzzy c-means</vt:lpstr>
      <vt:lpstr>fuzzy c-means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Phạm Công Thắng</dc:creator>
  <cp:lastModifiedBy>Phạm Công Thắng</cp:lastModifiedBy>
  <cp:revision>1</cp:revision>
  <dcterms:created xsi:type="dcterms:W3CDTF">2026-09-04T06:06:16Z</dcterms:created>
  <dcterms:modified xsi:type="dcterms:W3CDTF">2026-09-04T06:06:16Z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0x0101008FF620DB267B0E4DBBDC43D9886A5137</vt:lpwstr>
  </property>
</Properties>
</file>