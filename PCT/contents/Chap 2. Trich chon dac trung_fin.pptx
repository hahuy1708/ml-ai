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B614-8582-AFB7-8BA3-4EAEE57D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725CE-4167-5EE3-ADFA-A40F149F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2DDA-FEAB-47E2-8012-90C079F0F9A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AE7A4-D4EC-E569-67F2-7D32ED16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73A1B-3535-5367-EC2C-70E88E09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F1AF-226B-497E-8310-D20712615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1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C3085-B222-F63D-28AB-A8E0FF44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B5D7A-9846-AF7B-273F-A2CB6950D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E9D91-AF78-372B-4FF3-4C85FD78C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72DDA-FEAB-47E2-8012-90C079F0F9A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40EB-D87C-6B07-498C-6758EF4EF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F03D9-56BD-D605-A1FD-670679403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FF1AF-226B-497E-8310-D20712615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0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871699C-1A59-EEEC-3CC0-6A96B177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Học máy và ứng dụng</a:t>
            </a:r>
            <a:br>
              <a:rPr lang="en-US" sz="4400"/>
            </a:br>
            <a:r>
              <a:rPr lang="en-US" sz="2400" i="1">
                <a:solidFill>
                  <a:srgbClr val="FFFF00"/>
                </a:solidFill>
              </a:rPr>
              <a:t>Chương 2: Trích chọn đặc tính</a:t>
            </a:r>
            <a:br>
              <a:rPr lang="en-US" sz="2400" i="1">
                <a:solidFill>
                  <a:srgbClr val="FFFF00"/>
                </a:solidFill>
              </a:rPr>
            </a:br>
            <a:endParaRPr lang="en-US" sz="2400" i="1" dirty="0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3C2E7-2892-3BFE-224D-7C067A3F6F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5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7851E4-3886-33D7-E1B5-8114875E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E6C9B-F0CF-ACAF-3AA5-2D6EAA34BC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2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022900-9721-7418-05FB-90CE3D1A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2BA77-FB55-8302-169D-BC030D2DE1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5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C085952-6270-BC8B-35AA-11F0F8E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1425C-ACAA-83E7-1F6B-BE2C8B67D9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2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93477E-9A75-539D-7007-634F3D4E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4F063-55BD-A30E-D86C-7FD0F94C87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A8F19B-FEB5-5F3B-E851-74F2C57E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1ABB3-A221-60A4-EFE3-EED2ED1DD0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AD6F066-990F-A8D7-6DD1-2DDA9631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3880D-605F-712A-33C2-F220E9D782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6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392312E-FAFD-7B5D-A3F6-B6D63225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671DE-61C7-2833-6444-866D598F3D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0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F7CD885-A0F8-48AA-C886-C831E08B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065BE-753F-286B-9002-7CE055F64F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07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6E24FEE-E605-05EE-E75C-2A6DE369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87F30-F01B-1B3D-6AE5-3EB468B7BE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7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5C854D-DA51-B6D9-2C8D-19214E94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1846A-84AB-165A-4191-1E4E47D0D1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6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BB5CDCD-EFC3-DB3E-07E5-EDAC927D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549A4-037B-898C-52E2-05D2498B7F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3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595040-3B93-96E2-6F88-C7452F20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Trích chọn đặc trưng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69EA5-20B1-2205-0E42-AED13233C8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0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851C1AA-77E7-E826-6672-575E03C5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E1F1A-B6B6-1208-0242-B93C5DDB18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80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E543810-7FB2-E241-B7B1-D4E77179F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/>
            <a:r>
              <a:rPr lang="vi-VN" sz="2600" b="1">
                <a:solidFill>
                  <a:srgbClr val="0070C0"/>
                </a:solidFill>
                <a:latin typeface="+mj-lt"/>
              </a:rPr>
              <a:t>Phân tích 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thành phần 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chính 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(P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rincipal component analysis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 - 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PCA)</a:t>
            </a:r>
            <a:endParaRPr lang="vi-VN" sz="2600" b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71441-4330-9A48-F11A-B140172CF4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3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69713DE-81E1-EAE9-6C85-DCB75EF4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/>
            <a:r>
              <a:rPr lang="vi-VN" sz="2600" b="1">
                <a:solidFill>
                  <a:srgbClr val="0070C0"/>
                </a:solidFill>
                <a:latin typeface="+mj-lt"/>
              </a:rPr>
              <a:t>Phân tích 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thành phần 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chính 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(P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rincipal component analysis</a:t>
            </a:r>
            <a:r>
              <a:rPr lang="en-US" sz="2600" b="1">
                <a:solidFill>
                  <a:srgbClr val="0070C0"/>
                </a:solidFill>
                <a:latin typeface="+mj-lt"/>
              </a:rPr>
              <a:t> - </a:t>
            </a:r>
            <a:r>
              <a:rPr lang="vi-VN" sz="2600" b="1">
                <a:solidFill>
                  <a:srgbClr val="0070C0"/>
                </a:solidFill>
                <a:latin typeface="+mj-lt"/>
              </a:rPr>
              <a:t>PCA)</a:t>
            </a:r>
            <a:endParaRPr lang="vi-VN" sz="2600" b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DB8E4-8311-32C0-F0B5-BBA15F32B6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4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B27FBD-DB2A-2855-BB8C-5806CAAD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F16225-5C8C-AF53-EC2D-918D21F314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45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88283F-D828-D7E3-10BE-638460AD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43470-845C-DE00-B2B6-B5637B43BF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33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C4ABA6B-8315-AB44-9B29-A0A48170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53507-9BD5-8B92-4C6A-70EE4E62F6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3ED666-C887-6E3F-7CB4-95036A2B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56FD7-FBA8-9CF6-9E56-5CE3A7C293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56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AB0F7A8-1323-A813-703F-4C294999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1D7A8-8067-E101-EDC7-0F2CF81F83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30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CBF7413-55BB-2001-7DAF-A83A8AF8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F1ADD-151D-B7AE-01F6-0306F963E0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6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41A09A-4640-18BE-F291-F059B152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2DD0B-C91D-8CBA-85EA-1D7D2CAF0B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58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3469D1-4200-BE4A-8BEA-AF9CF3DB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F998B5-6D0D-D2E0-B9B5-2E4D55BC41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79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7F7F6CA-BA3B-FE46-B058-A8D209E2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9D13F-7369-4DE9-244B-48B800C943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37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E07399-ECF0-AC18-C854-A8E9B291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 và SVD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5CA57F-756E-7765-758B-0DCFA39AEA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39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8044678-084F-6E6E-45A5-71BB526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 và SVD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C1C34-3ADD-BDEA-4CFF-ADAB5678EA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67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311CCE3-11EB-1A44-5B01-6CF98A83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 và SVD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89EEA-2AFA-9E26-CC4C-7A7606B480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15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D30B65-4E05-60E3-9925-7A82DB86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 và SVD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D89AD-8FB1-30D7-4F95-6366DDFDC7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13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1AA85E-8286-B04B-12EC-2343FD75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BF571-E0B7-797E-C2C7-746A564309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7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D62F8A-8BBB-F144-FA24-11B57DE6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8DA905-3B5C-E886-83AC-8069CD84C1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5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8E2AA9-0ACC-F4A1-31CE-B2E06DF4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ví dụ và ứng dụng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2EC60-0B99-8C04-6BD3-DF61577CB9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95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7170D92-0385-4A9F-92AF-A29D554E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27BE9-94A5-BB10-DA77-37CC03A5D5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1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FCE3A5F-FA83-D6F3-FBA3-1F9448D2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6ED64-2AF0-8EEC-E3E6-19B4701D15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67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04D7FF-D3E5-C93C-6F4F-4FEFC518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D6B3F3-0764-5C58-6B93-EED31C1FA7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10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7FB53CA-60BD-8B67-BB2E-4930835A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LDA và PCA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54598-3254-28E7-85E7-A4280EA077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63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BFDB52F-4CED-DB78-37A8-F9BD441B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1C86C-9AFD-74A0-48FF-DD43E5430A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37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5A36EB2-1C1E-A245-52FD-A2EF4436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038B7-5FC2-2B26-4D82-95C0A3B42F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32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5E42E1A-5862-B5F1-C70C-213C2D62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82853-9EE6-2E7D-A430-E3C8B8F754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06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455DA31-4EB9-493F-F792-DCE81379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9FB5B-DC8C-972D-8A93-2C334DEBF7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4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9339B9-AD4D-FBFF-8F49-CF5A89D9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8DCB9-1277-78AC-B1C8-467C0367B6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3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019E1D-AE0D-60F6-F8B2-AE08CAB6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solidFill>
                  <a:schemeClr val="tx1"/>
                </a:solidFill>
              </a:rPr>
              <a:t>LDA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4A88A-525B-CF69-B760-1C32247A7B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58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DA0E63-4369-BA4D-803E-CDEF7B7A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ED9E5-C3F5-3D57-4056-EDFAB18AA7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1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620DB267B0E4DBBDC43D9886A5137" ma:contentTypeVersion="0" ma:contentTypeDescription="Create a new document." ma:contentTypeScope="" ma:versionID="6b0fb8759c89265b489ec8b9ec7315f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b6f26e0866668d9836acec43b37ef0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AF831E-F01B-4900-AD64-BF997DC094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75424D-28C6-452D-B771-3378D10E63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A7E3A2A-3568-49DA-B2E3-B563D1F8B4A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43</Paragraphs>
  <Slides>43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Học máy và ứng dụng Chương 2: Trích chọn đặc tính </vt:lpstr>
      <vt:lpstr>Tài liệu tham khảo</vt:lpstr>
      <vt:lpstr>Nội dung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Trích chọn đặc trưng</vt:lpstr>
      <vt:lpstr>Nội dung</vt:lpstr>
      <vt:lpstr>Phân tích thành phần chính (Principal component analysis - PCA)</vt:lpstr>
      <vt:lpstr>Phân tích thành phần chính (Principal component analysis - PCA)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 và SVD</vt:lpstr>
      <vt:lpstr>PCA và SVD</vt:lpstr>
      <vt:lpstr>PCA và SVD</vt:lpstr>
      <vt:lpstr>PCA và SVD</vt:lpstr>
      <vt:lpstr>PCA</vt:lpstr>
      <vt:lpstr>PCA</vt:lpstr>
      <vt:lpstr>Một số ví dụ và ứng dụng</vt:lpstr>
      <vt:lpstr>Nội dung</vt:lpstr>
      <vt:lpstr>LDA</vt:lpstr>
      <vt:lpstr>LDA</vt:lpstr>
      <vt:lpstr>LDA và PCA</vt:lpstr>
      <vt:lpstr>LDA</vt:lpstr>
      <vt:lpstr>LDA</vt:lpstr>
      <vt:lpstr>LDA</vt:lpstr>
      <vt:lpstr>LDA</vt:lpstr>
      <vt:lpstr>LDA</vt:lpstr>
      <vt:lpstr>LDA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Cong Thang - Khoa CNTT</dc:creator>
  <cp:lastModifiedBy>Pham Cong Thang - Khoa CNTT</cp:lastModifiedBy>
  <cp:revision>3</cp:revision>
  <dcterms:created xsi:type="dcterms:W3CDTF">2026-08-18T00:38:56Z</dcterms:created>
  <dcterms:modified xsi:type="dcterms:W3CDTF">2026-08-21T05:49:22Z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0x0101008FF620DB267B0E4DBBDC43D9886A5137</vt:lpwstr>
  </property>
</Properties>
</file>