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709931-8281-939B-57CB-AE148617F7B1}" v="1" dt="2026-09-18T05:19:19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à Trần Khánh Huy" userId="S::102230018@sv1.dut.udn.vn::e712b32d-dbf3-418f-add7-d19039eefad9" providerId="AD" clId="Web-{B0709931-8281-939B-57CB-AE148617F7B1}"/>
    <pc:docChg chg="modSld">
      <pc:chgData name="Hà Trần Khánh Huy" userId="S::102230018@sv1.dut.udn.vn::e712b32d-dbf3-418f-add7-d19039eefad9" providerId="AD" clId="Web-{B0709931-8281-939B-57CB-AE148617F7B1}" dt="2026-09-18T05:19:19.571" v="0" actId="1076"/>
      <pc:docMkLst>
        <pc:docMk/>
      </pc:docMkLst>
      <pc:sldChg chg="modSp">
        <pc:chgData name="Hà Trần Khánh Huy" userId="S::102230018@sv1.dut.udn.vn::e712b32d-dbf3-418f-add7-d19039eefad9" providerId="AD" clId="Web-{B0709931-8281-939B-57CB-AE148617F7B1}" dt="2026-09-18T05:19:19.571" v="0" actId="1076"/>
        <pc:sldMkLst>
          <pc:docMk/>
          <pc:sldMk cId="3763708407" sldId="258"/>
        </pc:sldMkLst>
        <pc:picChg chg="mod">
          <ac:chgData name="Hà Trần Khánh Huy" userId="S::102230018@sv1.dut.udn.vn::e712b32d-dbf3-418f-add7-d19039eefad9" providerId="AD" clId="Web-{B0709931-8281-939B-57CB-AE148617F7B1}" dt="2026-09-18T05:19:19.571" v="0" actId="1076"/>
          <ac:picMkLst>
            <pc:docMk/>
            <pc:sldMk cId="3763708407" sldId="258"/>
            <ac:picMk id="3" creationId="{2A6D56D4-DA88-26FE-1C7E-F10991CE531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F86D-474C-5998-5D3A-68D30DA8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B9FA3-592B-A1EF-0BAC-138820D7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2851A-BF87-49D3-AD30-060569F4936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4F380-C5A0-375B-F44B-4CC8E091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38C21-2A66-90C8-03DC-2260A450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5960E-047B-40B6-BB77-C0C4E263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2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7DE35-7A6D-971C-0876-C512029FE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995D6-9FAB-0D77-D27B-E78FF8EC0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E90EF-AA83-743A-1859-79F59F43B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2851A-BF87-49D3-AD30-060569F49365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064E6-6518-B559-6D86-92A8DE11E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FCA2F-F005-6BB5-DCB0-DF147039E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5960E-047B-40B6-BB77-C0C4E2636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8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523889D-7649-6A6E-00D9-5A015EF1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Học máy và ứng dụng</a:t>
            </a:r>
            <a:br>
              <a:rPr lang="en-US" sz="4400"/>
            </a:br>
            <a:r>
              <a:rPr lang="en-US" sz="2400" i="1">
                <a:solidFill>
                  <a:srgbClr val="FFFF00"/>
                </a:solidFill>
              </a:rPr>
              <a:t>Chương 4: Học CÓ GIÁM SÁT (2)</a:t>
            </a:r>
            <a:br>
              <a:rPr lang="en-US" sz="2400" i="1">
                <a:solidFill>
                  <a:srgbClr val="FFFF00"/>
                </a:solidFill>
              </a:rPr>
            </a:br>
            <a:endParaRPr lang="en-US" sz="2400" i="1" dirty="0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0B4C57-2202-FBEA-ED84-FD0ACC4A7F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06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7A1F80-ABFE-E5FE-687E-F9E0938C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609954-7EA2-76C5-1AAD-23CD9ED5AC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6949E5-C855-FD60-65BE-21C9A9706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6D56D4-DA88-26FE-1C7E-F10991CE53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865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0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1135F0D-6DB2-70D2-479A-1B97B6DA3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2DD33C-A462-9EF0-71F9-02EAEF850C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4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54C4EB6-E0EE-2863-2D7A-41BDB409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E7E03C-B948-0993-37CB-6AF69DEEE5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94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76D0D86-CF9E-CA8D-B27D-E501D40D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A2A95-C519-9B7A-647A-E80F7E972C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39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A030104-9D26-8140-F093-C965E8C0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FB20AA-76DC-12AA-642E-DB7F25BF57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79FDBC4-AEB7-3B25-E467-17537665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A97CF-C202-1446-9E40-EE2D56CC62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2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9344F5D-E9E7-2426-3A1C-B251A030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9C49B-137D-A3AF-E952-238C579FD3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9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C170FC6-FA30-7A95-DD6B-19BD474C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FE802-E404-6CE4-24C1-29B2149B44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51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339FAD7-5C21-40F8-E1C1-8951F4F6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 láng giềng gần nhất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51DE3-C40F-9C9A-3791-FA83C57E19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86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F620DB267B0E4DBBDC43D9886A5137" ma:contentTypeVersion="9" ma:contentTypeDescription="Create a new document." ma:contentTypeScope="" ma:versionID="1f6d6736ec4eb5a2ed654c4a2df72b83">
  <xsd:schema xmlns:xsd="http://www.w3.org/2001/XMLSchema" xmlns:xs="http://www.w3.org/2001/XMLSchema" xmlns:p="http://schemas.microsoft.com/office/2006/metadata/properties" xmlns:ns2="4532b864-daaf-4add-a485-4c96af387f94" xmlns:ns3="8afa5c7d-c215-4e27-9e5f-7d3e0ab764f2" targetNamespace="http://schemas.microsoft.com/office/2006/metadata/properties" ma:root="true" ma:fieldsID="781bb6c2158169cdccd25c78423e8710" ns2:_="" ns3:_="">
    <xsd:import namespace="4532b864-daaf-4add-a485-4c96af387f94"/>
    <xsd:import namespace="8afa5c7d-c215-4e27-9e5f-7d3e0ab764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2b864-daaf-4add-a485-4c96af387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e44079-f624-4777-a56c-7b7b0d20b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a5c7d-c215-4e27-9e5f-7d3e0ab764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0abe79e-27d7-4e99-b259-ba5c785a819d}" ma:internalName="TaxCatchAll" ma:showField="CatchAllData" ma:web="8afa5c7d-c215-4e27-9e5f-7d3e0ab764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2b864-daaf-4add-a485-4c96af387f94">
      <Terms xmlns="http://schemas.microsoft.com/office/infopath/2007/PartnerControls"/>
    </lcf76f155ced4ddcb4097134ff3c332f>
    <TaxCatchAll xmlns="8afa5c7d-c215-4e27-9e5f-7d3e0ab764f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8F2EEF-B805-4476-ACFC-6D68F2EA47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32b864-daaf-4add-a485-4c96af387f94"/>
    <ds:schemaRef ds:uri="8afa5c7d-c215-4e27-9e5f-7d3e0ab764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5DD6A8-A97E-4C62-9733-03609A657332}">
  <ds:schemaRefs>
    <ds:schemaRef ds:uri="http://schemas.microsoft.com/office/2006/metadata/properties"/>
    <ds:schemaRef ds:uri="http://schemas.microsoft.com/office/infopath/2007/PartnerControls"/>
    <ds:schemaRef ds:uri="4532b864-daaf-4add-a485-4c96af387f94"/>
    <ds:schemaRef ds:uri="8afa5c7d-c215-4e27-9e5f-7d3e0ab764f2"/>
  </ds:schemaRefs>
</ds:datastoreItem>
</file>

<file path=customXml/itemProps3.xml><?xml version="1.0" encoding="utf-8"?>
<ds:datastoreItem xmlns:ds="http://schemas.openxmlformats.org/officeDocument/2006/customXml" ds:itemID="{04FB3D28-221F-4711-8270-D1148D98F4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Học máy và ứng dụng Chương 4: Học CÓ GIÁM SÁT (2) </vt:lpstr>
      <vt:lpstr>Tài liệu tham khảo</vt:lpstr>
      <vt:lpstr>NỘI DUNG</vt:lpstr>
      <vt:lpstr>K láng giềng gần nhất</vt:lpstr>
      <vt:lpstr>K láng giềng gần nhất</vt:lpstr>
      <vt:lpstr>K láng giềng gần nhất</vt:lpstr>
      <vt:lpstr>k láng giềng gần nhất</vt:lpstr>
      <vt:lpstr>k láng giềng gần nhất</vt:lpstr>
      <vt:lpstr>k láng giềng gần nhất</vt:lpstr>
      <vt:lpstr>k láng giềng gần nhất</vt:lpstr>
      <vt:lpstr>k láng giềng gần nhất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Công Thắng</dc:creator>
  <cp:lastModifiedBy>Phạm Công Thắng</cp:lastModifiedBy>
  <cp:revision>2</cp:revision>
  <dcterms:created xsi:type="dcterms:W3CDTF">2026-09-15T01:35:19Z</dcterms:created>
  <dcterms:modified xsi:type="dcterms:W3CDTF">2026-09-18T05:19:19Z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0x0101008FF620DB267B0E4DBBDC43D9886A5137</vt:lpwstr>
  </property>
  <property fmtid="{D5CDD505-2E9C-101B-9397-08002B2CF9AE}" pid="3" name="MediaServiceImageTags">
    <vt:lpwstr/>
  </property>
</Properties>
</file>